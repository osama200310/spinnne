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76" r:id="rId6"/>
    <p:sldId id="258" r:id="rId7"/>
    <p:sldId id="273" r:id="rId8"/>
    <p:sldId id="282" r:id="rId9"/>
    <p:sldId id="280" r:id="rId10"/>
    <p:sldId id="272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49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97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46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97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746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94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043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92" algn="l" defTabSz="914297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FF33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0704" autoAdjust="0"/>
  </p:normalViewPr>
  <p:slideViewPr>
    <p:cSldViewPr snapToGrid="0">
      <p:cViewPr>
        <p:scale>
          <a:sx n="75" d="100"/>
          <a:sy n="75" d="100"/>
        </p:scale>
        <p:origin x="1027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bib926-my.sharepoint.com/personal/tammo_luetten_edu_fhdw_de/Documents/Dark-Project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Elektrizität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0F-40FF-88DF-48369D1DA4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Unbekannte Ursachen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0F-40FF-88DF-48369D1DA4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Menschliches Fehlverhalten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0F-40FF-88DF-48369D1DA4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Überhitzung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0%</c:formatCode>
                <c:ptCount val="1"/>
                <c:pt idx="0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25-4DD0-8C59-3BE8C629D18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Brandstiftung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Sheet1!$F$2</c:f>
              <c:numCache>
                <c:formatCode>0%</c:formatCode>
                <c:ptCount val="1"/>
                <c:pt idx="0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25-4DD0-8C59-3BE8C629D18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Sonstiges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Sheet1!$G$2</c:f>
              <c:numCache>
                <c:formatCode>0%</c:formatCode>
                <c:ptCount val="1"/>
                <c:pt idx="0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A25-4DD0-8C59-3BE8C629D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4046895"/>
        <c:axId val="64048815"/>
      </c:barChart>
      <c:catAx>
        <c:axId val="64046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048815"/>
        <c:crosses val="autoZero"/>
        <c:auto val="1"/>
        <c:lblAlgn val="ctr"/>
        <c:lblOffset val="100"/>
        <c:noMultiLvlLbl val="0"/>
      </c:catAx>
      <c:valAx>
        <c:axId val="64048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046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49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97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446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597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746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894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200043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7192" algn="l" defTabSz="91429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50"/>
              <a:t>https://www.sparkasse.de/pk/ratgeber/wohnen/zu-hause/brandursachen-im-haushalt.html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86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506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469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97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45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41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80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1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795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2327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5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83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3B5CAC6-451B-09BF-F8A2-BFA301993543}"/>
              </a:ext>
            </a:extLst>
          </p:cNvPr>
          <p:cNvSpPr/>
          <p:nvPr userDrawn="1"/>
        </p:nvSpPr>
        <p:spPr>
          <a:xfrm>
            <a:off x="5080000" y="1"/>
            <a:ext cx="711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43" y="369599"/>
            <a:ext cx="4141221" cy="2678401"/>
          </a:xfrm>
        </p:spPr>
        <p:txBody>
          <a:bodyPr anchor="t">
            <a:noAutofit/>
          </a:bodyPr>
          <a:lstStyle>
            <a:lvl1pPr>
              <a:defRPr sz="3200" b="1" spc="1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48D1359-41F4-EA48-F73C-BD71A6ADD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3E1BDAD-0EE2-D15B-A5F6-306FA5149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B5AA90-70FF-FBC3-DB18-FE9573D33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A7AE6CF-3F6D-C76A-4211-8D2C150F695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178700" y="369599"/>
            <a:ext cx="6175101" cy="58072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2A8620-7C31-FCC6-894F-BDC393C0AA41}"/>
              </a:ext>
            </a:extLst>
          </p:cNvPr>
          <p:cNvGrpSpPr/>
          <p:nvPr userDrawn="1"/>
        </p:nvGrpSpPr>
        <p:grpSpPr>
          <a:xfrm>
            <a:off x="916473" y="3313543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C500B4-1953-273D-CD74-6AF357897F5E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9E797F4-B9A6-662F-27AE-9F3C16905F5E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0311BF3-68FA-7DF3-4894-04947A7B1C2F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6C87D45-B929-D7C2-E30E-2E4A25DEC582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6D40F17-7528-4B00-3D6D-53A5E1B5FE91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946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2772A8-60A3-7D20-4FC7-1F6FD25B95C3}"/>
              </a:ext>
            </a:extLst>
          </p:cNvPr>
          <p:cNvSpPr/>
          <p:nvPr userDrawn="1"/>
        </p:nvSpPr>
        <p:spPr>
          <a:xfrm>
            <a:off x="0" y="1"/>
            <a:ext cx="4269512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FE8605A-5286-946F-39B5-6823C8A9C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56AE1D2-D7C3-E29B-BB16-B352E8EB2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AB9303B-74EA-8A0E-8A2F-7257B08746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75334B-03A2-D44F-D370-4CD34BAA0348}"/>
              </a:ext>
            </a:extLst>
          </p:cNvPr>
          <p:cNvCxnSpPr>
            <a:cxnSpLocks/>
          </p:cNvCxnSpPr>
          <p:nvPr userDrawn="1"/>
        </p:nvCxnSpPr>
        <p:spPr>
          <a:xfrm>
            <a:off x="854078" y="2523129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8E9589-E1C1-2669-3FB9-C7C86421BE1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459648" y="360363"/>
            <a:ext cx="6894153" cy="581818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476C3C-3B76-4112-6D74-7090971792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43" y="369600"/>
            <a:ext cx="3422169" cy="2105746"/>
          </a:xfrm>
        </p:spPr>
        <p:txBody>
          <a:bodyPr anchor="t">
            <a:noAutofit/>
          </a:bodyPr>
          <a:lstStyle>
            <a:lvl1pPr>
              <a:defRPr sz="3200" b="1" spc="1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467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2263D-C614-B4C5-26CC-9C7AE0C67F6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B105A7E-346A-8F92-AFD6-95BB867BF94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8202" y="1819275"/>
            <a:ext cx="10515596" cy="435091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9250F6-0AE1-42EE-91A7-DA203E968778}"/>
              </a:ext>
            </a:extLst>
          </p:cNvPr>
          <p:cNvCxnSpPr>
            <a:cxnSpLocks/>
          </p:cNvCxnSpPr>
          <p:nvPr userDrawn="1"/>
        </p:nvCxnSpPr>
        <p:spPr>
          <a:xfrm>
            <a:off x="854078" y="1755563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60430D-5147-EAA9-52AB-F11A4B26E6E5}"/>
              </a:ext>
            </a:extLst>
          </p:cNvPr>
          <p:cNvGrpSpPr/>
          <p:nvPr userDrawn="1"/>
        </p:nvGrpSpPr>
        <p:grpSpPr>
          <a:xfrm rot="16200000">
            <a:off x="11240469" y="3406139"/>
            <a:ext cx="702335" cy="45721"/>
            <a:chOff x="5711699" y="4532743"/>
            <a:chExt cx="702335" cy="4572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05E415-03E0-F5E5-AB46-7652A51C3E96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74CC1F6-33F6-E1EA-B634-6CEC78A539C3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952D2E-C44E-23DC-78C0-A7BA11A60B8C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A2B5AE0-5E1F-7EDC-F2F1-F6C2AB20D4B0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41F9D60-46F3-F701-0AAA-2F264C41473A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7E630B5-14AB-9D90-67EE-D42438459D26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7AF9145-BDB9-D5C8-550A-056C955B6250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1CA713-29CB-6BE9-AB1A-0D8D593D0B00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2FB5C48-F160-0B03-15D7-E851986CED95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805755A-0AF8-4D75-541E-EAA892309AC6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5553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5F36121-ADF6-F1CC-25BC-8C8CCE0F7C51}"/>
              </a:ext>
            </a:extLst>
          </p:cNvPr>
          <p:cNvSpPr/>
          <p:nvPr userDrawn="1"/>
        </p:nvSpPr>
        <p:spPr>
          <a:xfrm flipH="1" flipV="1"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8CB44-7012-E44D-EB62-816B722DB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060220-C841-9847-18B6-BFB8F421B48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38202" y="1819275"/>
            <a:ext cx="10515596" cy="43592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26F695-7ED1-A21D-C7BB-78C8376701A9}"/>
              </a:ext>
            </a:extLst>
          </p:cNvPr>
          <p:cNvGrpSpPr/>
          <p:nvPr userDrawn="1"/>
        </p:nvGrpSpPr>
        <p:grpSpPr>
          <a:xfrm rot="5400000">
            <a:off x="445419" y="1007429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54AB8E-895A-3A28-8C3F-8146C443DF50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20AC83F-792A-FF8B-7553-57302B7D93B0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32B8F26-5A1D-BA85-1A0C-BF19F30F6ACC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2D68156-63F7-9648-494B-50560D6CC206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4B94C6A-AE4B-141C-6996-F857023EF185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56B581-D9C3-D36A-CACD-E01A165C49E9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0256700" y="4746960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466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171C9-DF81-42C0-4A3D-5DDC6DDA2DAF}"/>
              </a:ext>
            </a:extLst>
          </p:cNvPr>
          <p:cNvSpPr/>
          <p:nvPr userDrawn="1"/>
        </p:nvSpPr>
        <p:spPr>
          <a:xfrm>
            <a:off x="0" y="1"/>
            <a:ext cx="8153402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67348B4-40B7-6681-5CE4-49402680D1C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68390" y="1"/>
            <a:ext cx="4104773" cy="61785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6F84F6C-ACBD-34EA-1613-13ED5E12C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6444796" cy="1339128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League Gothic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B6F33A-2717-0417-5824-A34D2FE5ECE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3455" y="1819275"/>
            <a:ext cx="6444800" cy="435927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  <a:lvl2pPr marL="457185" indent="0">
              <a:buFontTx/>
              <a:buNone/>
              <a:defRPr>
                <a:solidFill>
                  <a:schemeClr val="bg2"/>
                </a:solidFill>
              </a:defRPr>
            </a:lvl2pPr>
            <a:lvl3pPr marL="914372" indent="0">
              <a:buFontTx/>
              <a:buNone/>
              <a:defRPr>
                <a:solidFill>
                  <a:schemeClr val="bg2"/>
                </a:solidFill>
              </a:defRPr>
            </a:lvl3pPr>
            <a:lvl4pPr marL="1371556" indent="0">
              <a:buFontTx/>
              <a:buNone/>
              <a:defRPr>
                <a:solidFill>
                  <a:schemeClr val="bg2"/>
                </a:solidFill>
              </a:defRPr>
            </a:lvl4pPr>
            <a:lvl5pPr marL="1828741" indent="0">
              <a:buFontTx/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726842-A052-81CB-801D-911F6BC87313}"/>
              </a:ext>
            </a:extLst>
          </p:cNvPr>
          <p:cNvCxnSpPr>
            <a:cxnSpLocks/>
          </p:cNvCxnSpPr>
          <p:nvPr userDrawn="1"/>
        </p:nvCxnSpPr>
        <p:spPr>
          <a:xfrm>
            <a:off x="854078" y="1755202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478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7E7C35-0B5D-6848-825D-6020E5F8691B}"/>
              </a:ext>
            </a:extLst>
          </p:cNvPr>
          <p:cNvSpPr/>
          <p:nvPr userDrawn="1"/>
        </p:nvSpPr>
        <p:spPr>
          <a:xfrm>
            <a:off x="0" y="1"/>
            <a:ext cx="4544291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207D664-1AF2-632C-8BE4-49126B34A3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8835" y="1"/>
            <a:ext cx="4105656" cy="6178550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AF1CC1-4F3D-F0B4-31FE-A9A3782D4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9005" y="360363"/>
            <a:ext cx="6444796" cy="1339128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League Gothic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7AB03F-B321-D752-4D5E-5A47A3E00C3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04258" y="1819275"/>
            <a:ext cx="6444800" cy="435927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  <a:lvl2pPr marL="457185" indent="0">
              <a:buFontTx/>
              <a:buNone/>
              <a:defRPr>
                <a:solidFill>
                  <a:schemeClr val="bg2"/>
                </a:solidFill>
              </a:defRPr>
            </a:lvl2pPr>
            <a:lvl3pPr marL="914372" indent="0">
              <a:buFontTx/>
              <a:buNone/>
              <a:defRPr>
                <a:solidFill>
                  <a:schemeClr val="bg2"/>
                </a:solidFill>
              </a:defRPr>
            </a:lvl3pPr>
            <a:lvl4pPr marL="1371556" indent="0">
              <a:buFontTx/>
              <a:buNone/>
              <a:defRPr>
                <a:solidFill>
                  <a:schemeClr val="bg2"/>
                </a:solidFill>
              </a:defRPr>
            </a:lvl4pPr>
            <a:lvl5pPr marL="1828741" indent="0">
              <a:buFontTx/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257810-7B7C-253A-934E-BC2AF38C9B96}"/>
              </a:ext>
            </a:extLst>
          </p:cNvPr>
          <p:cNvCxnSpPr>
            <a:cxnSpLocks/>
          </p:cNvCxnSpPr>
          <p:nvPr userDrawn="1"/>
        </p:nvCxnSpPr>
        <p:spPr>
          <a:xfrm>
            <a:off x="10366955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699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08369E-5623-335C-1F1B-4E1AB27F5488}"/>
              </a:ext>
            </a:extLst>
          </p:cNvPr>
          <p:cNvSpPr/>
          <p:nvPr userDrawn="1"/>
        </p:nvSpPr>
        <p:spPr>
          <a:xfrm flipH="1">
            <a:off x="4038598" y="1"/>
            <a:ext cx="8153402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8015" y="594803"/>
            <a:ext cx="6977849" cy="5362113"/>
          </a:xfrm>
        </p:spPr>
        <p:txBody>
          <a:bodyPr anchor="ctr">
            <a:normAutofit/>
          </a:bodyPr>
          <a:lstStyle>
            <a:lvl1pPr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078" y="1840620"/>
            <a:ext cx="3052097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599">
                <a:solidFill>
                  <a:schemeClr val="bg2"/>
                </a:solidFill>
              </a:defRPr>
            </a:lvl1pPr>
            <a:lvl2pPr marL="457185" indent="0" algn="ctr">
              <a:buNone/>
              <a:defRPr sz="1999"/>
            </a:lvl2pPr>
            <a:lvl3pPr marL="914371" indent="0" algn="ctr">
              <a:buNone/>
              <a:defRPr sz="1799"/>
            </a:lvl3pPr>
            <a:lvl4pPr marL="1371556" indent="0" algn="ctr">
              <a:buNone/>
              <a:defRPr sz="1599"/>
            </a:lvl4pPr>
            <a:lvl5pPr marL="1828743" indent="0" algn="ctr">
              <a:buNone/>
              <a:defRPr sz="1599"/>
            </a:lvl5pPr>
            <a:lvl6pPr marL="2285928" indent="0" algn="ctr">
              <a:buNone/>
              <a:defRPr sz="1599"/>
            </a:lvl6pPr>
            <a:lvl7pPr marL="2743114" indent="0" algn="ctr">
              <a:buNone/>
              <a:defRPr sz="1599"/>
            </a:lvl7pPr>
            <a:lvl8pPr marL="3200299" indent="0" algn="ctr">
              <a:buNone/>
              <a:defRPr sz="1599"/>
            </a:lvl8pPr>
            <a:lvl9pPr marL="3657486" indent="0" algn="ctr">
              <a:buNone/>
              <a:defRPr sz="15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Date Placeholder 2">
            <a:extLst>
              <a:ext uri="{FF2B5EF4-FFF2-40B4-BE49-F238E27FC236}">
                <a16:creationId xmlns:a16="http://schemas.microsoft.com/office/drawing/2014/main" id="{3E53CC37-F6A7-535B-25C1-B6A31C68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6B5482D5-B8B9-482F-6E6F-6C7BEC44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19D2479A-BC8F-A43C-A06E-3849C60E6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6ADFFC-2F46-86E1-93BE-BB489CA7849A}"/>
              </a:ext>
            </a:extLst>
          </p:cNvPr>
          <p:cNvGrpSpPr/>
          <p:nvPr userDrawn="1"/>
        </p:nvGrpSpPr>
        <p:grpSpPr>
          <a:xfrm>
            <a:off x="854078" y="1654492"/>
            <a:ext cx="702335" cy="45721"/>
            <a:chOff x="5711699" y="4532743"/>
            <a:chExt cx="702335" cy="4572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17B36A-7A42-B357-D02C-975B72EF386E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4B5F0E-04A2-013D-9369-8735487DAC2F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BF0E5A-8B84-2DC7-C0AD-EF2F5C750092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42872C1-58E8-3704-1970-03023C9408E8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F97CFC4-CA04-A74B-C129-614A52733FC5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9C063A-0160-848A-BDE1-D854F99076AE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62A16E-F0F3-2A84-6BBD-B3A72E2EE990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D1A1A0B-FBBA-D408-13A2-86AED901962C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FEADA26-E23C-0AA5-81D5-6A555C48EA6E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01EAB38-580F-0C72-4A27-3B7895C54831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487C986-13CD-8A28-7112-2FB1FBECB4A4}"/>
              </a:ext>
            </a:extLst>
          </p:cNvPr>
          <p:cNvSpPr txBox="1"/>
          <p:nvPr userDrawn="1"/>
        </p:nvSpPr>
        <p:spPr>
          <a:xfrm>
            <a:off x="4038598" y="5070554"/>
            <a:ext cx="506769" cy="11079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AE779-7CCF-F35B-CDB7-CFF59A89CDAA}"/>
              </a:ext>
            </a:extLst>
          </p:cNvPr>
          <p:cNvSpPr txBox="1"/>
          <p:nvPr userDrawn="1"/>
        </p:nvSpPr>
        <p:spPr>
          <a:xfrm>
            <a:off x="10862259" y="373720"/>
            <a:ext cx="506769" cy="1107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04618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AC4D6F-E97C-A332-DB58-7FED8E7B5A5F}"/>
              </a:ext>
            </a:extLst>
          </p:cNvPr>
          <p:cNvSpPr/>
          <p:nvPr userDrawn="1"/>
        </p:nvSpPr>
        <p:spPr>
          <a:xfrm>
            <a:off x="0" y="3886199"/>
            <a:ext cx="12192000" cy="297180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22395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22395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22395" y="500215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2487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1413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1413" y="501683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60431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60431" y="501683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2579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79448" y="4624688"/>
            <a:ext cx="208483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399" b="1" kern="1200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79448" y="5002152"/>
            <a:ext cx="2084832" cy="930552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bg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61FEBFB4-47A3-5160-31ED-646DE11EEE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682671" y="2353367"/>
            <a:ext cx="2081609" cy="2225966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9195B-6462-5C42-FAC0-B27E5A8B5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5CA46A-11FD-C045-C868-C7D85A3144DA}"/>
              </a:ext>
            </a:extLst>
          </p:cNvPr>
          <p:cNvCxnSpPr>
            <a:cxnSpLocks/>
          </p:cNvCxnSpPr>
          <p:nvPr userDrawn="1"/>
        </p:nvCxnSpPr>
        <p:spPr>
          <a:xfrm>
            <a:off x="10366955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597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6 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A1F445-1B22-3338-0C6E-5A499F21CD98}"/>
              </a:ext>
            </a:extLst>
          </p:cNvPr>
          <p:cNvSpPr/>
          <p:nvPr userDrawn="1"/>
        </p:nvSpPr>
        <p:spPr>
          <a:xfrm>
            <a:off x="0" y="3886199"/>
            <a:ext cx="12192000" cy="297180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197" y="2428875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1267" y="2428875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991267" y="2791694"/>
            <a:ext cx="1828800" cy="70398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8196" y="4287711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  <a:latin typeface="Space Mono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991267" y="4305099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991267" y="4649580"/>
            <a:ext cx="1828800" cy="70493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4FE0EAA4-2735-4836-1B61-8E1ACE69A6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72A03908-11BD-AF26-DF97-D59CAEDF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B5B76A51-CF1A-A767-9E49-7A9049CA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FAE6AD58-F732-9C83-3552-67BD38D0F12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05063" y="2423834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247F117A-5E3E-3B39-4E17-438AED04A9B6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758133" y="242383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DF4282E-97E3-93EB-4546-AF64C8F481F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758133" y="2786653"/>
            <a:ext cx="1828800" cy="70398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8" name="Picture Placeholder 10">
            <a:extLst>
              <a:ext uri="{FF2B5EF4-FFF2-40B4-BE49-F238E27FC236}">
                <a16:creationId xmlns:a16="http://schemas.microsoft.com/office/drawing/2014/main" id="{1A3D2331-3723-3055-7C3E-8C1B815F603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05062" y="4282670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  <a:latin typeface="Space Mono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82ED647D-55E4-7953-CE5F-C19993A216B4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58133" y="430005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936D051-99E8-05CB-01B5-43813B42FB9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5758133" y="4644539"/>
            <a:ext cx="1828800" cy="70493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1" name="Picture Placeholder 10">
            <a:extLst>
              <a:ext uri="{FF2B5EF4-FFF2-40B4-BE49-F238E27FC236}">
                <a16:creationId xmlns:a16="http://schemas.microsoft.com/office/drawing/2014/main" id="{5F8C3294-C7D3-83CE-D866-5FAB9FABF6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371931" y="2422414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9AD869AC-7C0C-5AD7-3568-47B30016196F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525001" y="24224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A9B0821-6B2B-EA1A-09E6-1D2A7844CC24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9525001" y="2785233"/>
            <a:ext cx="1828800" cy="70398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29CA327-469A-4366-B6CE-D2711986E6F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71930" y="4281250"/>
            <a:ext cx="1066799" cy="1066801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  <a:latin typeface="Space Mono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C1617A36-9E32-8D54-B5E8-3E031A505527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525001" y="429863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b="1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32264012-A385-C514-7AA9-AAC05737950E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525001" y="4643119"/>
            <a:ext cx="1828800" cy="70493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6C21F-13A7-0F8A-B000-95ECBDF13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DB0087-2D1D-5FB6-8B86-54DAE8D1093F}"/>
              </a:ext>
            </a:extLst>
          </p:cNvPr>
          <p:cNvGrpSpPr/>
          <p:nvPr userDrawn="1"/>
        </p:nvGrpSpPr>
        <p:grpSpPr>
          <a:xfrm>
            <a:off x="10651466" y="5773671"/>
            <a:ext cx="702335" cy="45721"/>
            <a:chOff x="5711699" y="4532743"/>
            <a:chExt cx="702335" cy="45721"/>
          </a:xfrm>
          <a:solidFill>
            <a:schemeClr val="tx1"/>
          </a:soli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0A26728-DB7B-FD46-552A-A27F3C4D8F5A}"/>
                </a:ext>
              </a:extLst>
            </p:cNvPr>
            <p:cNvSpPr/>
            <p:nvPr userDrawn="1"/>
          </p:nvSpPr>
          <p:spPr>
            <a:xfrm>
              <a:off x="5711699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B0E0E5C-5695-F76E-FF54-79A588CB2345}"/>
                </a:ext>
              </a:extLst>
            </p:cNvPr>
            <p:cNvSpPr/>
            <p:nvPr userDrawn="1"/>
          </p:nvSpPr>
          <p:spPr>
            <a:xfrm>
              <a:off x="5784655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5FF8755-E14E-A2A4-05B7-888D08BAF0D7}"/>
                </a:ext>
              </a:extLst>
            </p:cNvPr>
            <p:cNvSpPr/>
            <p:nvPr userDrawn="1"/>
          </p:nvSpPr>
          <p:spPr>
            <a:xfrm>
              <a:off x="5857611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5A6EDE1-29EC-F8B5-905D-433CC269CB6D}"/>
                </a:ext>
              </a:extLst>
            </p:cNvPr>
            <p:cNvSpPr/>
            <p:nvPr userDrawn="1"/>
          </p:nvSpPr>
          <p:spPr>
            <a:xfrm>
              <a:off x="5930567" y="4532743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50E130-0C16-BB0F-0548-9DC36D6FE9C1}"/>
                </a:ext>
              </a:extLst>
            </p:cNvPr>
            <p:cNvSpPr/>
            <p:nvPr userDrawn="1"/>
          </p:nvSpPr>
          <p:spPr>
            <a:xfrm>
              <a:off x="6003536" y="4532746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06BDAA4-3B4F-722D-5625-104C3CA0B8E3}"/>
                </a:ext>
              </a:extLst>
            </p:cNvPr>
            <p:cNvSpPr/>
            <p:nvPr userDrawn="1"/>
          </p:nvSpPr>
          <p:spPr>
            <a:xfrm>
              <a:off x="6076479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EB83A3-87F9-A97D-D316-D1B155C1169B}"/>
                </a:ext>
              </a:extLst>
            </p:cNvPr>
            <p:cNvSpPr/>
            <p:nvPr userDrawn="1"/>
          </p:nvSpPr>
          <p:spPr>
            <a:xfrm>
              <a:off x="6149435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DB2444-7B18-33EA-C0DC-B900DCA29E20}"/>
                </a:ext>
              </a:extLst>
            </p:cNvPr>
            <p:cNvSpPr/>
            <p:nvPr userDrawn="1"/>
          </p:nvSpPr>
          <p:spPr>
            <a:xfrm>
              <a:off x="6222391" y="4532745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A4E9E80-DCBF-C8A7-AAF0-C72DD448B2E7}"/>
                </a:ext>
              </a:extLst>
            </p:cNvPr>
            <p:cNvSpPr/>
            <p:nvPr userDrawn="1"/>
          </p:nvSpPr>
          <p:spPr>
            <a:xfrm>
              <a:off x="6295347" y="4532743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EF461E7-D2DF-FD11-8E59-85A62A88B3A0}"/>
                </a:ext>
              </a:extLst>
            </p:cNvPr>
            <p:cNvSpPr/>
            <p:nvPr userDrawn="1"/>
          </p:nvSpPr>
          <p:spPr>
            <a:xfrm>
              <a:off x="6368316" y="4532746"/>
              <a:ext cx="45718" cy="4571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7125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17AD76-CFAB-A2FD-C84B-F767DA266090}"/>
              </a:ext>
            </a:extLst>
          </p:cNvPr>
          <p:cNvSpPr/>
          <p:nvPr userDrawn="1"/>
        </p:nvSpPr>
        <p:spPr>
          <a:xfrm flipH="1">
            <a:off x="0" y="1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2" y="1729749"/>
            <a:ext cx="10515601" cy="412654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4DBD5-1318-DFFA-DB4E-F774CC958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3987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12D809-BD0B-AA0D-EA11-D3732889C403}"/>
              </a:ext>
            </a:extLst>
          </p:cNvPr>
          <p:cNvCxnSpPr>
            <a:cxnSpLocks/>
          </p:cNvCxnSpPr>
          <p:nvPr userDrawn="1"/>
        </p:nvCxnSpPr>
        <p:spPr>
          <a:xfrm flipV="1">
            <a:off x="2968308" y="3231058"/>
            <a:ext cx="1288912" cy="1168029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B8EA9C-062B-889F-9D7F-35C4D20FD129}"/>
              </a:ext>
            </a:extLst>
          </p:cNvPr>
          <p:cNvCxnSpPr>
            <a:cxnSpLocks/>
          </p:cNvCxnSpPr>
          <p:nvPr userDrawn="1"/>
        </p:nvCxnSpPr>
        <p:spPr>
          <a:xfrm>
            <a:off x="4273099" y="3250689"/>
            <a:ext cx="2910126" cy="782513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13D162-3724-C2A0-A5F3-B4B5078C8D04}"/>
              </a:ext>
            </a:extLst>
          </p:cNvPr>
          <p:cNvCxnSpPr>
            <a:cxnSpLocks/>
          </p:cNvCxnSpPr>
          <p:nvPr userDrawn="1"/>
        </p:nvCxnSpPr>
        <p:spPr>
          <a:xfrm flipV="1">
            <a:off x="7183225" y="3079702"/>
            <a:ext cx="2781901" cy="952067"/>
          </a:xfrm>
          <a:prstGeom prst="line">
            <a:avLst/>
          </a:prstGeom>
          <a:ln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7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4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8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7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2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8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189EA6-F734-F65E-3B2A-2828445E91B2}"/>
              </a:ext>
            </a:extLst>
          </p:cNvPr>
          <p:cNvSpPr/>
          <p:nvPr userDrawn="1"/>
        </p:nvSpPr>
        <p:spPr>
          <a:xfrm>
            <a:off x="2675456" y="4105223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C9CC20-41F6-2203-BEFC-4D08D56BC2E3}"/>
              </a:ext>
            </a:extLst>
          </p:cNvPr>
          <p:cNvSpPr/>
          <p:nvPr userDrawn="1"/>
        </p:nvSpPr>
        <p:spPr>
          <a:xfrm>
            <a:off x="3961340" y="2962215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EF3DBF-536D-B5D2-4CE4-5901DDD6CEAA}"/>
              </a:ext>
            </a:extLst>
          </p:cNvPr>
          <p:cNvSpPr/>
          <p:nvPr userDrawn="1"/>
        </p:nvSpPr>
        <p:spPr>
          <a:xfrm>
            <a:off x="6890298" y="3748033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BC8605-AB10-3939-F616-2D1E3D092509}"/>
              </a:ext>
            </a:extLst>
          </p:cNvPr>
          <p:cNvSpPr/>
          <p:nvPr userDrawn="1"/>
        </p:nvSpPr>
        <p:spPr>
          <a:xfrm>
            <a:off x="9679374" y="2783269"/>
            <a:ext cx="571504" cy="576072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utura LT Book" pitchFamily="2" charset="0"/>
            </a:endParaRPr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443C515E-3494-ED68-3BE8-EDB5FEF2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9BF775E7-F416-F5AE-7B21-B5B903A28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14FBA2DF-2169-7702-5DC4-388EAF6C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54DD0-E1BF-5B48-046F-924C85318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09B14C8-3014-F309-4085-9BEC27A25E29}"/>
              </a:ext>
            </a:extLst>
          </p:cNvPr>
          <p:cNvCxnSpPr>
            <a:cxnSpLocks/>
          </p:cNvCxnSpPr>
          <p:nvPr userDrawn="1"/>
        </p:nvCxnSpPr>
        <p:spPr>
          <a:xfrm>
            <a:off x="831850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363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65FE63-F601-F6F6-DCBC-38C6AD8AE300}"/>
              </a:ext>
            </a:extLst>
          </p:cNvPr>
          <p:cNvSpPr/>
          <p:nvPr userDrawn="1"/>
        </p:nvSpPr>
        <p:spPr>
          <a:xfrm flipV="1">
            <a:off x="714373" y="1700213"/>
            <a:ext cx="5338194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E7E3AB-0AA2-E8FA-C7CB-F4BB323BFC3B}"/>
              </a:ext>
            </a:extLst>
          </p:cNvPr>
          <p:cNvSpPr/>
          <p:nvPr userDrawn="1"/>
        </p:nvSpPr>
        <p:spPr>
          <a:xfrm flipH="1">
            <a:off x="6142606" y="1700213"/>
            <a:ext cx="5338194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7" y="1828511"/>
            <a:ext cx="5090547" cy="693016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7" y="2649826"/>
            <a:ext cx="5090547" cy="352872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3255" y="1828511"/>
            <a:ext cx="5090547" cy="693016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marL="0" lvl="0" indent="0" algn="l" defTabSz="91437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3255" y="2649826"/>
            <a:ext cx="5090547" cy="352872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Date Placeholder 2">
            <a:extLst>
              <a:ext uri="{FF2B5EF4-FFF2-40B4-BE49-F238E27FC236}">
                <a16:creationId xmlns:a16="http://schemas.microsoft.com/office/drawing/2014/main" id="{5B2A3F41-CD57-4658-C2EA-E7CA05AE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8" name="Footer Placeholder 3">
            <a:extLst>
              <a:ext uri="{FF2B5EF4-FFF2-40B4-BE49-F238E27FC236}">
                <a16:creationId xmlns:a16="http://schemas.microsoft.com/office/drawing/2014/main" id="{616405AB-1EA6-239E-47B0-E5CABD7B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8345080F-7C06-FD44-3C4B-1FEF5900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DA4DA3-4F7D-70F1-66D8-5884699695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3A5BB-382E-F071-4510-3EB4C8AB951D}"/>
              </a:ext>
            </a:extLst>
          </p:cNvPr>
          <p:cNvCxnSpPr>
            <a:cxnSpLocks/>
          </p:cNvCxnSpPr>
          <p:nvPr userDrawn="1"/>
        </p:nvCxnSpPr>
        <p:spPr>
          <a:xfrm>
            <a:off x="6263255" y="2585174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733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F35506-FB6D-BBC6-E305-1C4D1AACF9EA}"/>
              </a:ext>
            </a:extLst>
          </p:cNvPr>
          <p:cNvSpPr/>
          <p:nvPr userDrawn="1"/>
        </p:nvSpPr>
        <p:spPr>
          <a:xfrm flipH="1">
            <a:off x="7934036" y="1700213"/>
            <a:ext cx="3528291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6865F-34BC-4627-12A0-35FF6765AFCF}"/>
              </a:ext>
            </a:extLst>
          </p:cNvPr>
          <p:cNvSpPr/>
          <p:nvPr userDrawn="1"/>
        </p:nvSpPr>
        <p:spPr>
          <a:xfrm flipV="1">
            <a:off x="737717" y="1626804"/>
            <a:ext cx="3528291" cy="4589751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0CB8996-6B0D-2FAE-DD78-EF0A74BABC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197" y="1828511"/>
            <a:ext cx="3306474" cy="469994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693FB528-5C49-857B-BCDE-070A2EB7D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7" y="2426804"/>
            <a:ext cx="3306474" cy="375174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77D4EC5D-9490-E0CB-652A-5A50EEC133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42762" y="1828511"/>
            <a:ext cx="3306474" cy="469994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marL="0" lvl="0" indent="0" algn="l" defTabSz="91437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46" name="Content Placeholder 5">
            <a:extLst>
              <a:ext uri="{FF2B5EF4-FFF2-40B4-BE49-F238E27FC236}">
                <a16:creationId xmlns:a16="http://schemas.microsoft.com/office/drawing/2014/main" id="{535C4465-9B1B-1470-F0D7-5AC9811CC3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2762" y="2426804"/>
            <a:ext cx="3306474" cy="375174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Date Placeholder 2">
            <a:extLst>
              <a:ext uri="{FF2B5EF4-FFF2-40B4-BE49-F238E27FC236}">
                <a16:creationId xmlns:a16="http://schemas.microsoft.com/office/drawing/2014/main" id="{86A053FB-5955-E6A1-29EE-4BDF0940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0D493899-2324-F440-A63D-ED928DB2E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51" name="Slide Number Placeholder 4">
            <a:extLst>
              <a:ext uri="{FF2B5EF4-FFF2-40B4-BE49-F238E27FC236}">
                <a16:creationId xmlns:a16="http://schemas.microsoft.com/office/drawing/2014/main" id="{E367A2DD-7522-A284-4CA8-63EE507F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B5B3090A-0F93-C715-3339-A9E0166D50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7327" y="1828511"/>
            <a:ext cx="3306474" cy="469994"/>
          </a:xfrm>
        </p:spPr>
        <p:txBody>
          <a:bodyPr anchor="ctr">
            <a:noAutofit/>
          </a:bodyPr>
          <a:lstStyle>
            <a:lvl1pPr marL="0" indent="0">
              <a:buNone/>
              <a:defRPr lang="en-US" sz="1999" b="1" kern="1200" spc="150" baseline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marL="457185" indent="0">
              <a:buNone/>
              <a:defRPr sz="1999" b="1"/>
            </a:lvl2pPr>
            <a:lvl3pPr marL="914371" indent="0">
              <a:buNone/>
              <a:defRPr sz="1799" b="1"/>
            </a:lvl3pPr>
            <a:lvl4pPr marL="1371556" indent="0">
              <a:buNone/>
              <a:defRPr sz="1599" b="1"/>
            </a:lvl4pPr>
            <a:lvl5pPr marL="1828743" indent="0">
              <a:buNone/>
              <a:defRPr sz="1599" b="1"/>
            </a:lvl5pPr>
            <a:lvl6pPr marL="2285928" indent="0">
              <a:buNone/>
              <a:defRPr sz="1599" b="1"/>
            </a:lvl6pPr>
            <a:lvl7pPr marL="2743114" indent="0">
              <a:buNone/>
              <a:defRPr sz="1599" b="1"/>
            </a:lvl7pPr>
            <a:lvl8pPr marL="3200299" indent="0">
              <a:buNone/>
              <a:defRPr sz="1599" b="1"/>
            </a:lvl8pPr>
            <a:lvl9pPr marL="3657486" indent="0">
              <a:buNone/>
              <a:defRPr sz="1599" b="1"/>
            </a:lvl9pPr>
          </a:lstStyle>
          <a:p>
            <a:pPr marL="0" lvl="0" indent="0" algn="l" defTabSz="91437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53" name="Content Placeholder 5">
            <a:extLst>
              <a:ext uri="{FF2B5EF4-FFF2-40B4-BE49-F238E27FC236}">
                <a16:creationId xmlns:a16="http://schemas.microsoft.com/office/drawing/2014/main" id="{74A7E505-6430-2F83-62B9-02D8C5988D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7327" y="2426804"/>
            <a:ext cx="3306474" cy="375174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1pPr>
            <a:lvl2pPr marL="457185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2pPr>
            <a:lvl3pPr marL="914371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3pPr>
            <a:lvl4pPr marL="1371556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4pPr>
            <a:lvl5pPr marL="1828743" indent="0">
              <a:lnSpc>
                <a:spcPct val="100000"/>
              </a:lnSpc>
              <a:buNone/>
              <a:defRPr sz="1399" spc="5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005AF-14F9-817D-179B-53B3EDFC8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3B750B-3E88-E585-C18C-9886D65BB4B6}"/>
              </a:ext>
            </a:extLst>
          </p:cNvPr>
          <p:cNvCxnSpPr>
            <a:cxnSpLocks/>
          </p:cNvCxnSpPr>
          <p:nvPr userDrawn="1"/>
        </p:nvCxnSpPr>
        <p:spPr>
          <a:xfrm>
            <a:off x="831850" y="2362150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7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81437C-47A8-AD18-B61A-28561EE38A1B}"/>
              </a:ext>
            </a:extLst>
          </p:cNvPr>
          <p:cNvSpPr/>
          <p:nvPr userDrawn="1"/>
        </p:nvSpPr>
        <p:spPr>
          <a:xfrm>
            <a:off x="0" y="1819275"/>
            <a:ext cx="12192000" cy="5038725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3" y="6356351"/>
            <a:ext cx="4114799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99CCAE-F357-9C38-4173-2F54795FC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728216"/>
            <a:ext cx="10510199" cy="452659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DF5DE0-79E9-5112-7F2F-788567E660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7C0B5D-D368-33DF-7143-B38A8A6681C3}"/>
              </a:ext>
            </a:extLst>
          </p:cNvPr>
          <p:cNvGrpSpPr/>
          <p:nvPr userDrawn="1"/>
        </p:nvGrpSpPr>
        <p:grpSpPr>
          <a:xfrm rot="5400000">
            <a:off x="11408985" y="5902702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E4A8E6C-8BF9-B262-8579-330EB8B7BFF1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FAD7CE2-1BF7-3C26-7E33-C8DD158B43D3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E205EB8-B717-5C94-7258-FE062036AFAF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977261-91B0-DB0A-8944-EABE8D341955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08DBD38-5598-BACA-B182-3D7546C8ACE9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BF01164-6B0F-62A6-02EC-D5D5C73AEB19}"/>
              </a:ext>
            </a:extLst>
          </p:cNvPr>
          <p:cNvCxnSpPr>
            <a:cxnSpLocks/>
          </p:cNvCxnSpPr>
          <p:nvPr userDrawn="1"/>
        </p:nvCxnSpPr>
        <p:spPr>
          <a:xfrm>
            <a:off x="10355206" y="1759383"/>
            <a:ext cx="993195" cy="0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58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1E69A4-CCAF-E7E9-FBB5-0368700B618E}"/>
              </a:ext>
            </a:extLst>
          </p:cNvPr>
          <p:cNvSpPr/>
          <p:nvPr userDrawn="1"/>
        </p:nvSpPr>
        <p:spPr>
          <a:xfrm>
            <a:off x="5796806" y="871652"/>
            <a:ext cx="10515602" cy="10515602"/>
          </a:xfrm>
          <a:prstGeom prst="round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2A1141-1325-38D8-5A9F-CE3638EE6FA3}"/>
              </a:ext>
            </a:extLst>
          </p:cNvPr>
          <p:cNvSpPr/>
          <p:nvPr userDrawn="1"/>
        </p:nvSpPr>
        <p:spPr>
          <a:xfrm>
            <a:off x="6958095" y="2032941"/>
            <a:ext cx="8193024" cy="8193024"/>
          </a:xfrm>
          <a:prstGeom prst="round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1B6391-34F5-560C-2F48-4F9782600A34}"/>
              </a:ext>
            </a:extLst>
          </p:cNvPr>
          <p:cNvSpPr/>
          <p:nvPr userDrawn="1"/>
        </p:nvSpPr>
        <p:spPr>
          <a:xfrm>
            <a:off x="8119383" y="3194229"/>
            <a:ext cx="5870448" cy="5870448"/>
          </a:xfrm>
          <a:prstGeom prst="round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CD6F9F-8BEB-A482-C3EA-09E6DEEB080B}"/>
              </a:ext>
            </a:extLst>
          </p:cNvPr>
          <p:cNvSpPr/>
          <p:nvPr userDrawn="1"/>
        </p:nvSpPr>
        <p:spPr>
          <a:xfrm>
            <a:off x="9286541" y="4361387"/>
            <a:ext cx="3536132" cy="3536132"/>
          </a:xfrm>
          <a:prstGeom prst="roundRect">
            <a:avLst/>
          </a:prstGeom>
          <a:solidFill>
            <a:schemeClr val="bg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194A7BB3-D0FE-EB54-4A27-7A13DCEA5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3E7E80-53F3-A1F5-F382-640DA9012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1"/>
            <a:ext cx="411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74A8FAF-B84A-6612-B34F-3E0F32519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D1595E4-0486-386A-44F4-625DB15D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728216"/>
            <a:ext cx="10510199" cy="452659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1pPr>
            <a:lvl2pPr marL="609585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2pPr>
            <a:lvl3pPr marL="1219170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3pPr>
            <a:lvl4pPr marL="1828754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4pPr>
            <a:lvl5pPr marL="2438339" indent="0">
              <a:lnSpc>
                <a:spcPct val="150000"/>
              </a:lnSpc>
              <a:buNone/>
              <a:defRPr sz="1400">
                <a:solidFill>
                  <a:schemeClr val="bg2"/>
                </a:solidFill>
                <a:latin typeface="+mn-lt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E31EF9-05BB-3031-A336-F5909995A6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60363"/>
            <a:ext cx="10521948" cy="1339850"/>
          </a:xfrm>
        </p:spPr>
        <p:txBody>
          <a:bodyPr>
            <a:normAutofit/>
          </a:bodyPr>
          <a:lstStyle>
            <a:lvl1pPr algn="l">
              <a:defRPr lang="en-US" sz="3200" b="1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5C07A2-FF25-C2FB-8C52-CF65DA90B126}"/>
              </a:ext>
            </a:extLst>
          </p:cNvPr>
          <p:cNvGrpSpPr/>
          <p:nvPr userDrawn="1"/>
        </p:nvGrpSpPr>
        <p:grpSpPr>
          <a:xfrm>
            <a:off x="11010859" y="6032128"/>
            <a:ext cx="337542" cy="45719"/>
            <a:chOff x="3182196" y="1041756"/>
            <a:chExt cx="545550" cy="73893"/>
          </a:xfrm>
          <a:solidFill>
            <a:schemeClr val="bg2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411D1E2-FF3F-9143-65DB-B1A348A1040E}"/>
                </a:ext>
              </a:extLst>
            </p:cNvPr>
            <p:cNvSpPr/>
            <p:nvPr userDrawn="1"/>
          </p:nvSpPr>
          <p:spPr>
            <a:xfrm>
              <a:off x="3182196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FC514AE-DF4D-569C-EA62-76172CF4B590}"/>
                </a:ext>
              </a:extLst>
            </p:cNvPr>
            <p:cNvSpPr/>
            <p:nvPr userDrawn="1"/>
          </p:nvSpPr>
          <p:spPr>
            <a:xfrm>
              <a:off x="3300111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A9418C3-E9C3-E958-DA8F-259715102B93}"/>
                </a:ext>
              </a:extLst>
            </p:cNvPr>
            <p:cNvSpPr/>
            <p:nvPr userDrawn="1"/>
          </p:nvSpPr>
          <p:spPr>
            <a:xfrm>
              <a:off x="3418025" y="1041758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8DB2EAC-8241-085B-AFD5-C746D0B2C401}"/>
                </a:ext>
              </a:extLst>
            </p:cNvPr>
            <p:cNvSpPr/>
            <p:nvPr userDrawn="1"/>
          </p:nvSpPr>
          <p:spPr>
            <a:xfrm>
              <a:off x="3535940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19D408-5301-D661-B8A4-5039F85E0717}"/>
                </a:ext>
              </a:extLst>
            </p:cNvPr>
            <p:cNvSpPr/>
            <p:nvPr userDrawn="1"/>
          </p:nvSpPr>
          <p:spPr>
            <a:xfrm>
              <a:off x="3653855" y="1041756"/>
              <a:ext cx="73891" cy="7389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C6FB0C-0A12-84BF-4316-8866AA823622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-718631" y="1678322"/>
            <a:ext cx="2644280" cy="8361"/>
          </a:xfrm>
          <a:prstGeom prst="line">
            <a:avLst/>
          </a:prstGeom>
          <a:ln w="15875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481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11/9/2025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98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7CE1A85-EB50-7D7B-F164-E4B12D2E3359}"/>
              </a:ext>
            </a:extLst>
          </p:cNvPr>
          <p:cNvSpPr/>
          <p:nvPr/>
        </p:nvSpPr>
        <p:spPr>
          <a:xfrm>
            <a:off x="-296164" y="-222504"/>
            <a:ext cx="12781280" cy="4419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DA8EDEE-F274-4795-6DA6-158D51979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 err="1"/>
              <a:t>Stefa</a:t>
            </a:r>
            <a:r>
              <a:rPr lang="en-US" sz="8000" i="1" dirty="0" err="1"/>
              <a:t>nnn</a:t>
            </a:r>
            <a:r>
              <a:rPr lang="en-US" sz="8000" i="1" dirty="0"/>
              <a:t> </a:t>
            </a:r>
            <a:endParaRPr lang="en-US" sz="80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5BB5751-A1BE-0699-C920-BFA3238550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Smart Thermal Emergency Fire Alert Neural Network Navigator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8B7EC-240C-E6A8-6D88-D595079ADA62}"/>
              </a:ext>
            </a:extLst>
          </p:cNvPr>
          <p:cNvSpPr/>
          <p:nvPr/>
        </p:nvSpPr>
        <p:spPr>
          <a:xfrm>
            <a:off x="6571116" y="2431249"/>
            <a:ext cx="1866121" cy="68113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accent5"/>
              </a:solidFill>
              <a:highlight>
                <a:srgbClr val="C0C0C0"/>
              </a:highlight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6C14A06-98A7-EF1E-1BC6-D6F7E6E57AA7}"/>
              </a:ext>
            </a:extLst>
          </p:cNvPr>
          <p:cNvSpPr/>
          <p:nvPr/>
        </p:nvSpPr>
        <p:spPr>
          <a:xfrm rot="2896567">
            <a:off x="8372461" y="2016290"/>
            <a:ext cx="83976" cy="6811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phic 5" descr="Security camera with solid fill">
            <a:extLst>
              <a:ext uri="{FF2B5EF4-FFF2-40B4-BE49-F238E27FC236}">
                <a16:creationId xmlns:a16="http://schemas.microsoft.com/office/drawing/2014/main" id="{5B6484E4-62C2-8667-C146-761BBE123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15428">
            <a:off x="8371595" y="12810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2FD7-2E31-DB9A-F41A-8C51E847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02F264F-36E5-37C4-B03E-E5566DA612FE}"/>
              </a:ext>
            </a:extLst>
          </p:cNvPr>
          <p:cNvSpPr/>
          <p:nvPr/>
        </p:nvSpPr>
        <p:spPr>
          <a:xfrm>
            <a:off x="-294640" y="-15741"/>
            <a:ext cx="12781280" cy="1332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itle 11">
            <a:extLst>
              <a:ext uri="{FF2B5EF4-FFF2-40B4-BE49-F238E27FC236}">
                <a16:creationId xmlns:a16="http://schemas.microsoft.com/office/drawing/2014/main" id="{9D5BFCD6-212F-7484-62DF-63B364ED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Das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42956-42CC-7635-FC43-EDD5DA5A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E4FF-9D21-D117-9D4B-AE89089A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E05C456-E394-9A1E-E9F1-762858EF504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tretch>
            <a:fillRect/>
          </a:stretch>
        </p:blipFill>
        <p:spPr>
          <a:xfrm>
            <a:off x="4419600" y="1819275"/>
            <a:ext cx="5951641" cy="3028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2DFAF-466F-96A1-C2A9-24DF79BBA33A}"/>
              </a:ext>
            </a:extLst>
          </p:cNvPr>
          <p:cNvSpPr txBox="1"/>
          <p:nvPr/>
        </p:nvSpPr>
        <p:spPr>
          <a:xfrm>
            <a:off x="838200" y="1719799"/>
            <a:ext cx="3299269" cy="3267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Rund 5.000 Großeinsätze pro Jahr in Deutschland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Mehrere Millionen Euro Schäden pro Einsatz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Tiere häufig auch betroffen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38DD199-3598-2381-BF90-6A6CA64F258C}"/>
              </a:ext>
            </a:extLst>
          </p:cNvPr>
          <p:cNvSpPr/>
          <p:nvPr/>
        </p:nvSpPr>
        <p:spPr>
          <a:xfrm>
            <a:off x="12361299" y="2628453"/>
            <a:ext cx="1866121" cy="68113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accent5"/>
              </a:solidFill>
              <a:highlight>
                <a:srgbClr val="C0C0C0"/>
              </a:highlight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D823C20-FF33-33F6-BF9B-5977D60B1F74}"/>
              </a:ext>
            </a:extLst>
          </p:cNvPr>
          <p:cNvSpPr/>
          <p:nvPr/>
        </p:nvSpPr>
        <p:spPr>
          <a:xfrm rot="2896567">
            <a:off x="14185432" y="2213494"/>
            <a:ext cx="83976" cy="68113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7" name="Graphic 36" descr="Security camera with solid fill">
            <a:extLst>
              <a:ext uri="{FF2B5EF4-FFF2-40B4-BE49-F238E27FC236}">
                <a16:creationId xmlns:a16="http://schemas.microsoft.com/office/drawing/2014/main" id="{D1A3DD31-AF70-C5D9-2024-1DCCF2DA1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915428">
            <a:off x="14184566" y="147828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949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1ED20-04D4-4894-B0C2-9C541A61A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1787E-7110-4989-B0B8-DD4E0ACC0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1D81927-5E91-7FA5-08C4-8FE32A12046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0814FE8-6C42-D485-3925-C9558B7B1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 </a:t>
            </a:r>
            <a:r>
              <a:rPr lang="en-US" dirty="0" err="1"/>
              <a:t>häufigsten</a:t>
            </a:r>
            <a:r>
              <a:rPr lang="en-US" dirty="0"/>
              <a:t> brand-</a:t>
            </a:r>
            <a:r>
              <a:rPr lang="en-US" dirty="0" err="1"/>
              <a:t>ursachen</a:t>
            </a:r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1514DE3-1A5D-D878-749D-7F0C74E3FF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8099262"/>
              </p:ext>
            </p:extLst>
          </p:nvPr>
        </p:nvGraphicFramePr>
        <p:xfrm>
          <a:off x="4855308" y="1199417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D6C15A-FEC1-30FF-9D18-771FD03FC174}"/>
              </a:ext>
            </a:extLst>
          </p:cNvPr>
          <p:cNvSpPr/>
          <p:nvPr/>
        </p:nvSpPr>
        <p:spPr>
          <a:xfrm>
            <a:off x="-296164" y="2259374"/>
            <a:ext cx="12781280" cy="4832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85627A9E-80E7-3F2E-57F2-D020B264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Unsere Lösung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0AF5F83-00A8-4DEF-1207-92EB705C5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cs typeface="Poppins"/>
              </a:rPr>
              <a:t>STEFANNN</a:t>
            </a:r>
            <a:endParaRPr lang="en-US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B46EF-791E-FCDC-38A8-FAB272C0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C2CBE-18DD-00E4-8B74-4BAA1ABB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" name="Picture 1" descr="MAKERFACTORY – die neue Marke für kreative Köpfe | Mikanews – Alles dreht  sich um Flug – Copter – Boote">
            <a:extLst>
              <a:ext uri="{FF2B5EF4-FFF2-40B4-BE49-F238E27FC236}">
                <a16:creationId xmlns:a16="http://schemas.microsoft.com/office/drawing/2014/main" id="{54D98E7E-7A6F-3F7E-1B78-46E331DB7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69" r="-975" b="-2400"/>
          <a:stretch>
            <a:fillRect/>
          </a:stretch>
        </p:blipFill>
        <p:spPr>
          <a:xfrm>
            <a:off x="1737360" y="3868379"/>
            <a:ext cx="3386064" cy="2926083"/>
          </a:xfrm>
          <a:prstGeom prst="rect">
            <a:avLst/>
          </a:prstGeom>
        </p:spPr>
      </p:pic>
      <p:pic>
        <p:nvPicPr>
          <p:cNvPr id="5" name="Picture 4" descr="Feuer Clipart PNG Bilder | Vektoren Und PSD Dateien | Kostenloser Download  Auf Pngtree">
            <a:extLst>
              <a:ext uri="{FF2B5EF4-FFF2-40B4-BE49-F238E27FC236}">
                <a16:creationId xmlns:a16="http://schemas.microsoft.com/office/drawing/2014/main" id="{95597149-AE28-4814-EFA3-9281AAB70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429" y="2955979"/>
            <a:ext cx="3295650" cy="28575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2D9ED1-9A8D-1E89-FB13-125E5E09FF5C}"/>
              </a:ext>
            </a:extLst>
          </p:cNvPr>
          <p:cNvCxnSpPr/>
          <p:nvPr/>
        </p:nvCxnSpPr>
        <p:spPr>
          <a:xfrm flipH="1">
            <a:off x="4865028" y="4473113"/>
            <a:ext cx="2881517" cy="238369"/>
          </a:xfrm>
          <a:prstGeom prst="straightConnector1">
            <a:avLst/>
          </a:prstGeom>
          <a:ln>
            <a:solidFill>
              <a:srgbClr val="4472C4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29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802E-7113-579D-9AA0-83D5A775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CA36C7A-5E01-E6AB-A2DD-9BA0F77A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Unsere Lösung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572811-3A84-C81C-BDF2-752C560B2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cs typeface="Poppins"/>
              </a:rPr>
              <a:t>STEFANNN</a:t>
            </a:r>
            <a:endParaRPr lang="en-US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3CE92-8EE8-4F5F-EC0F-C107A119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3716F-38D4-338A-99E0-1C576254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Picture 1" descr="MAKERFACTORY – die neue Marke für kreative Köpfe | Mikanews – Alles dreht  sich um Flug – Copter – Boote">
            <a:extLst>
              <a:ext uri="{FF2B5EF4-FFF2-40B4-BE49-F238E27FC236}">
                <a16:creationId xmlns:a16="http://schemas.microsoft.com/office/drawing/2014/main" id="{76B1A821-B267-AA5F-5FBD-75391E58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69" r="-975" b="-2400"/>
          <a:stretch>
            <a:fillRect/>
          </a:stretch>
        </p:blipFill>
        <p:spPr>
          <a:xfrm>
            <a:off x="1737360" y="3868379"/>
            <a:ext cx="3386064" cy="292608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51CE7A-E022-725C-CE2A-D71C7F5E6BF7}"/>
              </a:ext>
            </a:extLst>
          </p:cNvPr>
          <p:cNvCxnSpPr/>
          <p:nvPr/>
        </p:nvCxnSpPr>
        <p:spPr>
          <a:xfrm flipH="1">
            <a:off x="4865028" y="4473113"/>
            <a:ext cx="2881517" cy="238369"/>
          </a:xfrm>
          <a:prstGeom prst="straightConnector1">
            <a:avLst/>
          </a:prstGeom>
          <a:ln>
            <a:solidFill>
              <a:srgbClr val="4472C4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red ball with black text&#10;&#10;AI-generated content may be incorrect.">
            <a:extLst>
              <a:ext uri="{FF2B5EF4-FFF2-40B4-BE49-F238E27FC236}">
                <a16:creationId xmlns:a16="http://schemas.microsoft.com/office/drawing/2014/main" id="{E75591B1-2D3D-55C1-50AF-D22B96C8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198" y="3463557"/>
            <a:ext cx="2263228" cy="225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76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7D0D-A351-2B1A-ECD0-63D95D01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E7F3E94-9A44-28EC-EF29-BD15D0E60D24}"/>
              </a:ext>
            </a:extLst>
          </p:cNvPr>
          <p:cNvSpPr/>
          <p:nvPr/>
        </p:nvSpPr>
        <p:spPr>
          <a:xfrm>
            <a:off x="-296164" y="2259374"/>
            <a:ext cx="12781280" cy="4832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2A49B05-D66B-8516-0F20-7D5199F2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</a:t>
            </a:r>
            <a:r>
              <a:rPr lang="en-US" dirty="0" err="1"/>
              <a:t>erweiterbar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88617-86D8-7910-AFAA-70369F49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Picture 1" descr="MAKERFACTORY – die neue Marke für kreative Köpfe | Mikanews – Alles dreht  sich um Flug – Copter – Boote">
            <a:extLst>
              <a:ext uri="{FF2B5EF4-FFF2-40B4-BE49-F238E27FC236}">
                <a16:creationId xmlns:a16="http://schemas.microsoft.com/office/drawing/2014/main" id="{CFA40944-4046-9304-245C-595E6FE642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769" r="-975" b="-2400"/>
          <a:stretch>
            <a:fillRect/>
          </a:stretch>
        </p:blipFill>
        <p:spPr>
          <a:xfrm>
            <a:off x="5056580" y="3493836"/>
            <a:ext cx="2081624" cy="1789541"/>
          </a:xfrm>
          <a:prstGeom prst="rect">
            <a:avLst/>
          </a:prstGeom>
        </p:spPr>
      </p:pic>
      <p:pic>
        <p:nvPicPr>
          <p:cNvPr id="11" name="Picture 10" descr="A yellow triangle with black and yellow triangle with a black and yellow triangle with a black and yellow triangle with a black and yellow triangle with a black and yellow triangle with a black and yellow triangle with&#10;&#10;AI-generated content may be incorrect.">
            <a:extLst>
              <a:ext uri="{FF2B5EF4-FFF2-40B4-BE49-F238E27FC236}">
                <a16:creationId xmlns:a16="http://schemas.microsoft.com/office/drawing/2014/main" id="{5418D43C-D39C-12C5-74CA-1981A79D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825" y="2453289"/>
            <a:ext cx="1838325" cy="1409700"/>
          </a:xfrm>
          <a:prstGeom prst="rect">
            <a:avLst/>
          </a:prstGeom>
        </p:spPr>
      </p:pic>
      <p:pic>
        <p:nvPicPr>
          <p:cNvPr id="14" name="Picture 13" descr="A black and white logo&#10;&#10;AI-generated content may be incorrect.">
            <a:extLst>
              <a:ext uri="{FF2B5EF4-FFF2-40B4-BE49-F238E27FC236}">
                <a16:creationId xmlns:a16="http://schemas.microsoft.com/office/drawing/2014/main" id="{3192E692-1960-3866-589E-A90F72726F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743"/>
          <a:stretch>
            <a:fillRect/>
          </a:stretch>
        </p:blipFill>
        <p:spPr>
          <a:xfrm>
            <a:off x="7874739" y="2676842"/>
            <a:ext cx="1943100" cy="1504315"/>
          </a:xfrm>
          <a:prstGeom prst="rect">
            <a:avLst/>
          </a:prstGeom>
        </p:spPr>
      </p:pic>
      <p:pic>
        <p:nvPicPr>
          <p:cNvPr id="16" name="Picture 15" descr="A red and black sign with a flame&#10;&#10;AI-generated content may be incorrect.">
            <a:extLst>
              <a:ext uri="{FF2B5EF4-FFF2-40B4-BE49-F238E27FC236}">
                <a16:creationId xmlns:a16="http://schemas.microsoft.com/office/drawing/2014/main" id="{AC99D17A-59DA-4FEE-A901-D2B267660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839" y="3862989"/>
            <a:ext cx="1409700" cy="1409700"/>
          </a:xfrm>
          <a:prstGeom prst="rect">
            <a:avLst/>
          </a:prstGeom>
        </p:spPr>
      </p:pic>
      <p:pic>
        <p:nvPicPr>
          <p:cNvPr id="20" name="Picture 19" descr="A black thermometer with a white background&#10;&#10;AI-generated content may be incorrect.">
            <a:extLst>
              <a:ext uri="{FF2B5EF4-FFF2-40B4-BE49-F238E27FC236}">
                <a16:creationId xmlns:a16="http://schemas.microsoft.com/office/drawing/2014/main" id="{6F902980-D42B-148F-3406-1CE2F2A61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8238" y="4839403"/>
            <a:ext cx="1943100" cy="1828800"/>
          </a:xfrm>
          <a:prstGeom prst="rect">
            <a:avLst/>
          </a:prstGeom>
        </p:spPr>
      </p:pic>
      <p:pic>
        <p:nvPicPr>
          <p:cNvPr id="22" name="Picture 21" descr="A red sign with a white outline on it&#10;&#10;AI-generated content may be incorrect.">
            <a:extLst>
              <a:ext uri="{FF2B5EF4-FFF2-40B4-BE49-F238E27FC236}">
                <a16:creationId xmlns:a16="http://schemas.microsoft.com/office/drawing/2014/main" id="{C933A2DA-26A9-11E5-BC92-47C4340B21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662" y="5048953"/>
            <a:ext cx="14382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24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B835C1-CBDA-E39B-DCAA-618D3FB8A827}"/>
              </a:ext>
            </a:extLst>
          </p:cNvPr>
          <p:cNvSpPr/>
          <p:nvPr/>
        </p:nvSpPr>
        <p:spPr>
          <a:xfrm>
            <a:off x="-294640" y="-15741"/>
            <a:ext cx="12781280" cy="1332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1D11D83-0E32-3CB3-B015-4B88EA2B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Prävention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durch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mustererkennung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518ED-008E-BAC7-9184-6908110C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49146-3F14-AEF5-A357-DB6D41472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531D67-568D-D619-AE82-1805CC4198A8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cs typeface="Poppins"/>
              </a:rPr>
              <a:t>Einsetzbar</a:t>
            </a:r>
            <a:r>
              <a:rPr lang="en-US" sz="2000" dirty="0">
                <a:cs typeface="Poppins"/>
              </a:rPr>
              <a:t> in </a:t>
            </a:r>
            <a:r>
              <a:rPr lang="en-US" sz="2000" dirty="0" err="1">
                <a:cs typeface="Poppins"/>
              </a:rPr>
              <a:t>Gefahrenbereichen</a:t>
            </a:r>
            <a:endParaRPr lang="en-US" sz="2000" dirty="0">
              <a:cs typeface="Poppi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Poppins"/>
              </a:rPr>
              <a:t>Wenig </a:t>
            </a:r>
            <a:r>
              <a:rPr lang="en-US" sz="2000" dirty="0" err="1">
                <a:cs typeface="Poppins"/>
              </a:rPr>
              <a:t>betretene</a:t>
            </a:r>
            <a:r>
              <a:rPr lang="en-US" sz="2000" dirty="0">
                <a:cs typeface="Poppins"/>
              </a:rPr>
              <a:t> </a:t>
            </a:r>
            <a:r>
              <a:rPr lang="en-US" sz="2000" dirty="0" err="1">
                <a:cs typeface="Poppins"/>
              </a:rPr>
              <a:t>Bereiche</a:t>
            </a:r>
            <a:r>
              <a:rPr lang="en-US" sz="2000" dirty="0">
                <a:cs typeface="Poppins"/>
              </a:rPr>
              <a:t> </a:t>
            </a:r>
            <a:r>
              <a:rPr lang="en-US" sz="2000" dirty="0" err="1">
                <a:cs typeface="Poppins"/>
              </a:rPr>
              <a:t>werden</a:t>
            </a:r>
            <a:r>
              <a:rPr lang="en-US" sz="2000" dirty="0">
                <a:cs typeface="Poppins"/>
              </a:rPr>
              <a:t> </a:t>
            </a:r>
            <a:r>
              <a:rPr lang="en-US" sz="2000" dirty="0" err="1">
                <a:cs typeface="Poppins"/>
              </a:rPr>
              <a:t>kontrolliert</a:t>
            </a:r>
            <a:endParaRPr lang="en-US" sz="2000" dirty="0">
              <a:cs typeface="Poppi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cs typeface="Poppins"/>
              </a:rPr>
              <a:t>Frühzeitiges</a:t>
            </a:r>
            <a:r>
              <a:rPr lang="en-US" sz="2000" dirty="0">
                <a:cs typeface="Poppins"/>
              </a:rPr>
              <a:t> </a:t>
            </a:r>
            <a:r>
              <a:rPr lang="en-US" sz="2000" dirty="0" err="1">
                <a:cs typeface="Poppins"/>
              </a:rPr>
              <a:t>Erkennen</a:t>
            </a:r>
            <a:r>
              <a:rPr lang="en-US" sz="2000" dirty="0">
                <a:cs typeface="Poppins"/>
              </a:rPr>
              <a:t> von </a:t>
            </a:r>
            <a:r>
              <a:rPr lang="en-US" sz="2000" dirty="0" err="1">
                <a:cs typeface="Poppins"/>
              </a:rPr>
              <a:t>Gefahren</a:t>
            </a:r>
            <a:endParaRPr lang="en-US" sz="2000" dirty="0">
              <a:cs typeface="Poppi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cs typeface="Poppins"/>
              </a:rPr>
              <a:t>Datenanalyse</a:t>
            </a:r>
            <a:endParaRPr lang="en-US" sz="2000" dirty="0">
              <a:cs typeface="Poppins"/>
            </a:endParaRPr>
          </a:p>
          <a:p>
            <a:br>
              <a:rPr lang="en-US" sz="2000" dirty="0">
                <a:cs typeface="Poppins"/>
                <a:sym typeface="Wingdings" panose="05000000000000000000" pitchFamily="2" charset="2"/>
              </a:rPr>
            </a:br>
            <a:r>
              <a:rPr lang="en-US" sz="2000" dirty="0">
                <a:cs typeface="Poppins"/>
                <a:sym typeface="Wingdings" panose="05000000000000000000" pitchFamily="2" charset="2"/>
              </a:rPr>
              <a:t> </a:t>
            </a:r>
            <a:r>
              <a:rPr lang="en-US" sz="2000" dirty="0" err="1">
                <a:cs typeface="Poppins"/>
                <a:sym typeface="Wingdings" panose="05000000000000000000" pitchFamily="2" charset="2"/>
              </a:rPr>
              <a:t>Kostenersparnis</a:t>
            </a:r>
            <a:r>
              <a:rPr lang="en-US" sz="2000" dirty="0">
                <a:cs typeface="Poppins"/>
                <a:sym typeface="Wingdings" panose="05000000000000000000" pitchFamily="2" charset="2"/>
              </a:rPr>
              <a:t> für Alle</a:t>
            </a:r>
            <a:endParaRPr lang="en-US" sz="2000" dirty="0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65376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A75B19-42B0-B478-5182-1E4088A1D21A}"/>
              </a:ext>
            </a:extLst>
          </p:cNvPr>
          <p:cNvSpPr/>
          <p:nvPr/>
        </p:nvSpPr>
        <p:spPr>
          <a:xfrm>
            <a:off x="-296164" y="2259374"/>
            <a:ext cx="12781280" cy="48323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Content Placeholder 9" descr="A robot with many wires&#10;&#10;AI-generated content may be incorrect.">
            <a:extLst>
              <a:ext uri="{FF2B5EF4-FFF2-40B4-BE49-F238E27FC236}">
                <a16:creationId xmlns:a16="http://schemas.microsoft.com/office/drawing/2014/main" id="{F83363F0-C42A-7959-0BF0-DCE7C21B001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t="3969" r="-3" b="-628"/>
          <a:stretch>
            <a:fillRect/>
          </a:stretch>
        </p:blipFill>
        <p:spPr>
          <a:xfrm>
            <a:off x="3312181" y="1790192"/>
            <a:ext cx="5059660" cy="506780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6331F2-72CE-A659-0CF8-79172435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/>
              <a:t>Technischer prototyp</a:t>
            </a:r>
          </a:p>
        </p:txBody>
      </p:sp>
    </p:spTree>
    <p:extLst>
      <p:ext uri="{BB962C8B-B14F-4D97-AF65-F5344CB8AC3E}">
        <p14:creationId xmlns:p14="http://schemas.microsoft.com/office/powerpoint/2010/main" val="11510313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C7F809-A434-4A8D-A127-1C50C2DB389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0E6EE1E-660B-46C6-AC21-8E505FB957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5826B4-4DD2-4A9B-8D6D-E91CF9C2316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{0D19D4E7-FC85-44AF-B33F-3D61ECA234E9}tf67328976_win32</Template>
  <TotalTime>0</TotalTime>
  <Words>90</Words>
  <Application>Microsoft Office PowerPoint</Application>
  <PresentationFormat>Widescreen</PresentationFormat>
  <Paragraphs>28</Paragraphs>
  <Slides>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Franklin Gothic Demi Cond</vt:lpstr>
      <vt:lpstr>Franklin Gothic Medium</vt:lpstr>
      <vt:lpstr>Futura LT Book</vt:lpstr>
      <vt:lpstr>League Gothic</vt:lpstr>
      <vt:lpstr>Poppins</vt:lpstr>
      <vt:lpstr>Space Mono</vt:lpstr>
      <vt:lpstr>Wingdings</vt:lpstr>
      <vt:lpstr>JuxtaposeVTI</vt:lpstr>
      <vt:lpstr>Stefannn </vt:lpstr>
      <vt:lpstr>Das problem</vt:lpstr>
      <vt:lpstr>Die häufigsten brand-ursachen</vt:lpstr>
      <vt:lpstr>Unsere Lösung</vt:lpstr>
      <vt:lpstr>Unsere Lösung</vt:lpstr>
      <vt:lpstr>Modular erweiterbar</vt:lpstr>
      <vt:lpstr>Prävention durch mustererkennung</vt:lpstr>
      <vt:lpstr>Technischer prototyp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Powered Template</dc:creator>
  <cp:lastModifiedBy>Osama Mohammad / HFI423</cp:lastModifiedBy>
  <cp:revision>209</cp:revision>
  <dcterms:created xsi:type="dcterms:W3CDTF">2024-01-20T17:13:20Z</dcterms:created>
  <dcterms:modified xsi:type="dcterms:W3CDTF">2025-11-09T10:42:15Z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